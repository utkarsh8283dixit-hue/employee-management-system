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BF1F8"/>
                </a:solidFill>
              </a:rPr>
              <a:t>EMPLOYEE MANAGEMENT SYSTEM</a:t>
            </a:r>
          </a:p>
          <a:p>
            <a:r>
              <a:rPr sz="1900">
                <a:solidFill>
                  <a:srgbClr val="37B4AA"/>
                </a:solidFill>
              </a:rPr>
              <a:t>Java • Maven • JDBC • MySQL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3063240"/>
            <a:ext cx="3291840" cy="13258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46120"/>
            <a:ext cx="28346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PROJECT TYPE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Console-based Java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3063240"/>
            <a:ext cx="3291840" cy="13258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3246120"/>
            <a:ext cx="28346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DATABASE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MySQL • employee_db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3063240"/>
            <a:ext cx="3291840" cy="13258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3246120"/>
            <a:ext cx="28346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ACADEMIC YEAR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Project Purpose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What the system is designed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Manage employee records in a structured and reliable way.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Store employee ID, name, department, and salary permanently in MySQL.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Implement Create, Read, Update and Delete (CRUD) operations.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Search employees using a unique employee ID.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Sort employees by salary using an SQL query.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Validate inputs and handle database/input exceptions safely.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Use Maven for project and dependency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Tools and technologies used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74920" cy="12344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Java JDK 21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Core programming language and object-oriented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074920" cy="12344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Maven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Build configuration and dependency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98648"/>
            <a:ext cx="5074920" cy="12344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81528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JDBC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Connection between Java and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898648"/>
            <a:ext cx="5074920" cy="12344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81528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MySQL 8.x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Persistent relational data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71416"/>
            <a:ext cx="5074920" cy="12344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54296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IntelliJ IDEA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Writing, running and debugging the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471416"/>
            <a:ext cx="5074920" cy="12344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654296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MySQL Workbench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Database creation and query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System Design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Simple layered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60320" cy="19202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MAIN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Displays menu, reads input, validates values and calls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560320" cy="19202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EMPLOYEE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Model class representing one employee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560320" cy="19202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DATABASE CONNECTION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Creates JDBC connections to MySQL.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417320"/>
            <a:ext cx="2560320" cy="192024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60020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EMPLOYEE DAO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Contains SQL for insert, select, update, delete and sorting.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MySQL database stores records permanently in the employees table.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Project structure: pom.xml + Main.java + Employee.java + DatabaseConnection.java + EmployeeDAO.java.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Database: employee_db • Table: employees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id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651760" y="1325880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508760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INT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617720" y="1325880"/>
            <a:ext cx="210312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Primary Key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858000" y="1325880"/>
            <a:ext cx="452628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508760"/>
            <a:ext cx="40690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Unique employee identifier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685800" y="2167128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50008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name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2651760" y="2167128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350008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VARCHAR(100)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617720" y="2167128"/>
            <a:ext cx="210312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350008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NOT NULL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858000" y="2167128"/>
            <a:ext cx="452628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350008"/>
            <a:ext cx="40690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Employee full name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85800" y="3008376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91256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department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2651760" y="3008376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3191256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VARCHAR(100)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4617720" y="3008376"/>
            <a:ext cx="210312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191256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NOT NULL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6858000" y="3008376"/>
            <a:ext cx="452628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191256"/>
            <a:ext cx="40690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Employee department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685800" y="3849624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32504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salary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2651760" y="3849624"/>
            <a:ext cx="182880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4032504"/>
            <a:ext cx="1371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DOUBLE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4617720" y="3849624"/>
            <a:ext cx="210312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032504"/>
            <a:ext cx="164591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NOT NULL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6858000" y="3849624"/>
            <a:ext cx="4526280" cy="64008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4032504"/>
            <a:ext cx="40690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Employee salary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777240" y="4846320"/>
            <a:ext cx="10561320" cy="1234440"/>
          </a:xfrm>
          <a:prstGeom prst="roundRect">
            <a:avLst/>
          </a:prstGeom>
          <a:solidFill>
            <a:srgbClr val="080D15"/>
          </a:solidFill>
          <a:ln>
            <a:solidFill>
              <a:srgbClr val="2D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029200"/>
            <a:ext cx="10104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BF1F8"/>
                </a:solidFill>
                <a:latin typeface="Consolas"/>
              </a:rPr>
              <a:t>CREATE DATABASE IF NOT EXISTS employee_db;
USE employee_db;
CREATE TABLE IF NOT EXISTS employees (
  id INT PRIMARY KEY,
  name VARCHAR(100) NOT NULL,
  department VARCHAR(100) NOT NULL,
  salary DOUBLE NOT NULL
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Functional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Core operations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Add Employee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Insert validated ID, name, department and salary.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Display Employees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Show all available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Search Employee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Find a record using employee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96312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7919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Update Employee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Change name, department and salary.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58183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41063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Delete Employee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Remove an employee using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58183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41063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Sort by Salary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Display records in ascending salary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20056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02936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Validation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Reject invalid numeric/text input and negative salary.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0056"/>
            <a:ext cx="5120640" cy="1024128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202936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Exception Handling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Handle SQLException and NumberFormatException safely.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Maven, JDBC and DAO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MySQL Connector/J is declared in pom.xml and managed through Maven.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JDBC URL format used: jdbc:mysql://localhost:3306/employee_db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EmployeeDAO separates SQL/database logic from Main's user-interface logic.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PreparedStatement passes values as parameters for database operations.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Java 21 is configured through Maven compiler properties.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Database credentials are kept in the connection class for this academic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Application Workflow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From user action to database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371600" cy="914400"/>
          </a:xfrm>
          <a:prstGeom prst="roundRect">
            <a:avLst/>
          </a:prstGeom>
          <a:solidFill>
            <a:srgbClr val="141F30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673352"/>
            <a:ext cx="12252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1F8"/>
                </a:solidFill>
              </a:defRPr>
            </a:pPr>
            <a:r>
              <a:t>Choose Add Employee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1508760"/>
            <a:ext cx="1371600" cy="914400"/>
          </a:xfrm>
          <a:prstGeom prst="roundRect">
            <a:avLst/>
          </a:prstGeom>
          <a:solidFill>
            <a:srgbClr val="141F30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3704" y="1673352"/>
            <a:ext cx="12252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1F8"/>
                </a:solidFill>
              </a:defRPr>
            </a:pPr>
            <a:r>
              <a:t>Validate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58184" y="1508760"/>
            <a:ext cx="1371600" cy="914400"/>
          </a:xfrm>
          <a:prstGeom prst="roundRect">
            <a:avLst/>
          </a:prstGeom>
          <a:solidFill>
            <a:srgbClr val="141F30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31336" y="1673352"/>
            <a:ext cx="12252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1F8"/>
                </a:solidFill>
              </a:defRPr>
            </a:pPr>
            <a:r>
              <a:t>Insert into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5816" y="1508760"/>
            <a:ext cx="1371600" cy="914400"/>
          </a:xfrm>
          <a:prstGeom prst="roundRect">
            <a:avLst/>
          </a:prstGeom>
          <a:solidFill>
            <a:srgbClr val="141F30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673352"/>
            <a:ext cx="12252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1F8"/>
                </a:solidFill>
              </a:defRPr>
            </a:pPr>
            <a:r>
              <a:t>Display /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3448" y="1508760"/>
            <a:ext cx="1371600" cy="914400"/>
          </a:xfrm>
          <a:prstGeom prst="roundRect">
            <a:avLst/>
          </a:prstGeom>
          <a:solidFill>
            <a:srgbClr val="141F30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673352"/>
            <a:ext cx="12252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1F8"/>
                </a:solidFill>
              </a:defRPr>
            </a:pPr>
            <a:r>
              <a:t>Update / 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508760"/>
            <a:ext cx="1371600" cy="914400"/>
          </a:xfrm>
          <a:prstGeom prst="roundRect">
            <a:avLst/>
          </a:prstGeom>
          <a:solidFill>
            <a:srgbClr val="141F30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673352"/>
            <a:ext cx="12252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1F8"/>
                </a:solidFill>
              </a:defRPr>
            </a:pPr>
            <a:r>
              <a:t>Sort by salary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68712" y="1508760"/>
            <a:ext cx="1371600" cy="914400"/>
          </a:xfrm>
          <a:prstGeom prst="roundRect">
            <a:avLst/>
          </a:prstGeom>
          <a:solidFill>
            <a:srgbClr val="141F30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41864" y="1673352"/>
            <a:ext cx="122529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1F8"/>
                </a:solidFill>
              </a:defRPr>
            </a:pPr>
            <a:r>
              <a:t>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Testing covered valid MySQL connection, add, display, search, update, delete and salary sorting.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Validation tests covered letters in ID/salary, negative salary and blank text.</a:t>
            </a:r>
          </a:p>
          <a:p>
            <a:pPr>
              <a:spcAft>
                <a:spcPts val="1300"/>
              </a:spcAft>
              <a:defRPr sz="1600">
                <a:solidFill>
                  <a:srgbClr val="EBF1F8"/>
                </a:solidFill>
              </a:defRPr>
            </a:pPr>
            <a:r>
              <a:t>All listed test cases in the report are marked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Advantages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57800" cy="434340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ADVANTAGES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• Simple console interface</a:t>
            </a:r>
            <a:br/>
            <a:r>
              <a:t>• Permanent MySQL storage</a:t>
            </a:r>
            <a:br/>
            <a:r>
              <a:t>• Modular classes with clear responsibilities</a:t>
            </a:r>
            <a:br/>
            <a:r>
              <a:t>• Parameterized SQL queries</a:t>
            </a:r>
            <a:br/>
            <a:r>
              <a:t>• Input validation and exception handling</a:t>
            </a:r>
            <a:br/>
            <a:r>
              <a:t>• Maven dependency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57800" cy="4343400"/>
          </a:xfrm>
          <a:prstGeom prst="roundRect">
            <a:avLst/>
          </a:prstGeom>
          <a:solidFill>
            <a:srgbClr val="141F30"/>
          </a:solidFill>
          <a:ln>
            <a:solidFill>
              <a:srgbClr val="2A3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08760"/>
            <a:ext cx="48006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7B4AA"/>
                </a:solidFill>
              </a:rPr>
              <a:t>LIMITATIONS</a:t>
            </a:r>
          </a:p>
          <a:p>
            <a:pPr>
              <a:spcBef>
                <a:spcPts val="800"/>
              </a:spcBef>
              <a:defRPr sz="1200">
                <a:solidFill>
                  <a:srgbClr val="EBF1F8"/>
                </a:solidFill>
              </a:defRPr>
            </a:pPr>
            <a:r>
              <a:t>• Console interface only</a:t>
            </a:r>
            <a:br/>
            <a:r>
              <a:t>• No authentication/authorization</a:t>
            </a:r>
            <a:br/>
            <a:r>
              <a:t>• Credentials should be moved out of source code for production</a:t>
            </a:r>
            <a:br/>
            <a:r>
              <a:t>• No reporting dashboard or export feature</a:t>
            </a:r>
            <a:br/>
            <a:r>
              <a:t>• Multi-user access and audit history are outside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Future Scope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Add login and role-based access for administrators and HR users.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Add department-wise reports and salary summaries.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Export records to CSV or PDF.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Add JavaFX or web-based graphical interface.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Add pagination and advanced search filters.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Move database credentials to environment variables.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Add automated unit and integration tests.</a:t>
            </a:r>
          </a:p>
          <a:p>
            <a:pPr>
              <a:spcAft>
                <a:spcPts val="1300"/>
              </a:spcAft>
              <a:defRPr sz="1500">
                <a:solidFill>
                  <a:srgbClr val="EBF1F8"/>
                </a:solidFill>
              </a:defRPr>
            </a:pPr>
            <a:r>
              <a:t>The project demonstrates Java + JDBC + MySQL integration with CRUD, validation and exception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Source Code —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Application entry point and menu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5074920"/>
          </a:xfrm>
          <a:prstGeom prst="roundRect">
            <a:avLst/>
          </a:prstGeom>
          <a:solidFill>
            <a:srgbClr val="080D15"/>
          </a:solidFill>
          <a:ln>
            <a:solidFill>
              <a:srgbClr val="2D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78440" cy="4709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BF1F8"/>
                </a:solidFill>
                <a:latin typeface="Consolas"/>
              </a:rPr>
              <a:t>public class Main {
    public static void main(String[] args) {
        Scanner sc = new Scanner(System.in);
        while (true) {
            System.out.println("1. Add Employee");
            System.out.println("2. Display Employees");
            System.out.println("3. Search Employee");
            System.out.println("4. Update Employee");
            System.out.println("5. Delete Employee");
            System.out.println("6. Sort by Salary");
            System.out.println("7. Exit");
            int choice = Integer.parseInt(sc.nextLine());
            // Call the selected operation
            // ...
        }
    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Source Code — JDBC &amp; DAO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Database connection and parameterized 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5074920"/>
          </a:xfrm>
          <a:prstGeom prst="roundRect">
            <a:avLst/>
          </a:prstGeom>
          <a:solidFill>
            <a:srgbClr val="080D15"/>
          </a:solidFill>
          <a:ln>
            <a:solidFill>
              <a:srgbClr val="2D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78440" cy="4709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BF1F8"/>
                </a:solidFill>
                <a:latin typeface="Consolas"/>
              </a:rPr>
              <a:t>public class DatabaseConnection {
    private static final String URL =
        "jdbc:mysql://localhost:3306/employee_db";
    private static final String USER = "root";
    private static final String PASSWORD = "********";
    public static Connection getConnection() {
        try {
            return DriverManager.getConnection(URL, USER, PASSWORD);
        } catch (SQLException e) {
            System.out.println("Database connection failed!");
            return null;
        }
    }
}
// Example DAO operation
String sql = "SELECT * FROM employees WHERE id = ?";
PreparedStatement ps = con.prepareStatement(sql);
ps.setInt(1, id);
ResultSet rs = ps.executeQuery();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Source Code — CRUD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Insert, update, delete and sorting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5074920"/>
          </a:xfrm>
          <a:prstGeom prst="roundRect">
            <a:avLst/>
          </a:prstGeom>
          <a:solidFill>
            <a:srgbClr val="080D15"/>
          </a:solidFill>
          <a:ln>
            <a:solidFill>
              <a:srgbClr val="2D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78440" cy="4709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BF1F8"/>
                </a:solidFill>
                <a:latin typeface="Consolas"/>
              </a:rPr>
              <a:t>// INSERT
String sql = "INSERT INTO employees (id,name,department,salary) VALUES (?,?,?,?)";
PreparedStatement ps = con.prepareStatement(sql);
ps.setInt(1, id);
ps.setString(2, name);
ps.setString(3, department);
ps.setDouble(4, salary);
ps.executeUpdate();
// UPDATE
String update = "UPDATE employees SET name=?, department=?, salary=? WHERE id=?";
// DELETE
String delete = "DELETE FROM employees WHERE id=?";
// SORT
String sort = "SELECT * FROM employees ORDER BY salary ASC";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Output /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Representative console output based on the documented application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25880"/>
            <a:ext cx="10424160" cy="4480560"/>
          </a:xfrm>
          <a:prstGeom prst="roundRect">
            <a:avLst/>
          </a:prstGeom>
          <a:solidFill>
            <a:srgbClr val="080D15"/>
          </a:solidFill>
          <a:ln>
            <a:solidFill>
              <a:srgbClr val="2D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966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F1F8"/>
                </a:solidFill>
                <a:latin typeface="Consolas"/>
              </a:rPr>
              <a:t>========================================
       EMPLOYEE MANAGEMENT SYSTEM
========================================
1. Add Employee
2. Display Employees
3. Search Employee
4. Update Employee
5. Delete Employee
6. Sort by Salary
7. Exit
Choose option: 2
ID    NAME        DEPARTMENT      SALARY
101   Rahul       IT              45000
102   Neha        HR              52000
Choose option: 6
Employees sorted by salary (ascending).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4C6"/>
                </a:solidFill>
              </a:defRPr>
            </a:pPr>
            <a:r>
              <a:t>The report documents successful testing of add, display, search, update, delete and salary sorting.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BF1F8"/>
                </a:solidFill>
              </a:rPr>
              <a:t>Project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5B4C6"/>
                </a:solidFill>
              </a:rPr>
              <a:t>A visual project-summary page, using the supplied Bank Management System deck as a presentation-style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03920" cy="4114800"/>
          </a:xfrm>
          <a:prstGeom prst="roundRect">
            <a:avLst/>
          </a:prstGeom>
          <a:solidFill>
            <a:srgbClr val="080D15"/>
          </a:solidFill>
          <a:ln>
            <a:solidFill>
              <a:srgbClr val="37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17830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7B4AA"/>
                </a:solidFill>
              </a:defRPr>
            </a:pPr>
            <a:r>
              <a:t>EMPLOYEE MANAGEMENT SYSTEM</a:t>
            </a:r>
          </a:p>
          <a:p>
            <a:pPr>
              <a:spcAft>
                <a:spcPts val="1000"/>
              </a:spcAft>
              <a:defRPr sz="1700">
                <a:solidFill>
                  <a:srgbClr val="EBF1F8"/>
                </a:solidFill>
              </a:defRPr>
            </a:pPr>
            <a:r>
              <a:t>Java 21  •  JDBC  •  MySQL  •  Maven</a:t>
            </a:r>
          </a:p>
          <a:p>
            <a:pPr>
              <a:spcAft>
                <a:spcPts val="1000"/>
              </a:spcAft>
              <a:defRPr sz="1700">
                <a:solidFill>
                  <a:srgbClr val="EBF1F8"/>
                </a:solidFill>
              </a:defRPr>
            </a:pPr>
            <a:r>
              <a:t>CRUD Operations  •  Input Validation</a:t>
            </a:r>
          </a:p>
          <a:p>
            <a:pPr>
              <a:spcAft>
                <a:spcPts val="1000"/>
              </a:spcAft>
              <a:defRPr sz="1700">
                <a:solidFill>
                  <a:srgbClr val="EBF1F8"/>
                </a:solidFill>
              </a:defRPr>
            </a:pPr>
            <a:r>
              <a:t>Search  •  Update  •  Delete  •  Salary Sorting</a:t>
            </a:r>
          </a:p>
          <a:p>
            <a:pPr>
              <a:spcAft>
                <a:spcPts val="1000"/>
              </a:spcAft>
              <a:defRPr sz="800">
                <a:solidFill>
                  <a:srgbClr val="EBF1F8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EBF1F8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6" name="Trapezoid 5"/>
          <p:cNvSpPr/>
          <p:nvPr/>
        </p:nvSpPr>
        <p:spPr>
          <a:xfrm>
            <a:off x="1234440" y="5532120"/>
            <a:ext cx="9692640" cy="502920"/>
          </a:xfrm>
          <a:prstGeom prst="trapezoid">
            <a:avLst/>
          </a:prstGeom>
          <a:solidFill>
            <a:srgbClr val="141F30"/>
          </a:solidFill>
          <a:ln>
            <a:solidFill>
              <a:srgbClr val="14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5B4C6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